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SemiBold"/>
      <p:regular r:id="rId201315"/>
    </p:embeddedFont>
    <p:embeddedFont>
      <p:font typeface="DM Sans Bold"/>
      <p:regular r:id="rId201316"/>
    </p:embeddedFont>
    <p:embeddedFont>
      <p:font typeface="DM Sans Black"/>
      <p:regular r:id="rId201317"/>
    </p:embeddedFont>
    <p:embeddedFont>
      <p:font typeface="Libre Baskerville"/>
      <p:regular r:id="rId201318"/>
    </p:embeddedFont>
    <p:embeddedFont>
      <p:font typeface="Libre Baskervill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7.png"/><Relationship Id="rId10" Type="http://schemas.openxmlformats.org/officeDocument/2006/relationships/image" Target="../media/image-10-8.svg"/><Relationship Id="rId11" Type="http://schemas.openxmlformats.org/officeDocument/2006/relationships/image" Target="../media/image-4-2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purchases • 18 features • Goal: uncover spending, segments, preferences, subscriptions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9556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Snapshot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669679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86504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Rows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3273723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669679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86504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3273723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3960515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1558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56455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37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0005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 — EDA &amp; Prep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5233360" y="128805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1560116"/>
            <a:ext cx="6296860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168384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233360" y="2044502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df.info(), describe()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33360" y="258931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2861370"/>
            <a:ext cx="6296860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2985095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33360" y="3345755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by category median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33360" y="38905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162623"/>
            <a:ext cx="6296860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4286349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Engineer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233360" y="464700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snake_case, age_group, purchase_frequency_days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33360" y="519182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33360" y="5463877"/>
            <a:ext cx="6296860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5587603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DB Integration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233360" y="5948263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to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75582"/>
            <a:ext cx="4070744" cy="23067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9726" y="2224187"/>
            <a:ext cx="6336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99726" y="2885678"/>
            <a:ext cx="6336745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Male: $157,890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Female: $75,191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199726" y="3873202"/>
            <a:ext cx="6336745" cy="736997"/>
          </a:xfrm>
          <a:prstGeom prst="roundRect">
            <a:avLst>
              <a:gd name="adj" fmla="val 10772"/>
            </a:avLst>
          </a:prstGeom>
          <a:solidFill>
            <a:srgbClr val="F7EDD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733" y="4159945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13974" y="4090491"/>
            <a:ext cx="61430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generated higher total revenue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75582"/>
            <a:ext cx="4070744" cy="23067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9726" y="2224187"/>
            <a:ext cx="6336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Discounts &amp; High-Spenders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199726" y="2885678"/>
            <a:ext cx="6336745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rows: customers who used discounts yet spent above average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examples: purchases like $97, $90, $88...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199726" y="3873202"/>
            <a:ext cx="6336745" cy="736997"/>
          </a:xfrm>
          <a:prstGeom prst="roundRect">
            <a:avLst>
              <a:gd name="adj" fmla="val 10772"/>
            </a:avLst>
          </a:prstGeom>
          <a:solidFill>
            <a:srgbClr val="F7EDD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733" y="4159945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13974" y="4090491"/>
            <a:ext cx="61430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discount strategy vs margin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634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Rated Products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532088"/>
            <a:ext cx="762378" cy="762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353208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Gloves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940770"/>
            <a:ext cx="24668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Rating: 3.86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3532088"/>
            <a:ext cx="762378" cy="7623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353208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Sandals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940770"/>
            <a:ext cx="24668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Rating: 3.84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3532088"/>
            <a:ext cx="762378" cy="7623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353208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940770"/>
            <a:ext cx="24668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Rating: 3.82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6048"/>
            <a:ext cx="5203794" cy="37458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532434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Performance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32776" y="2193925"/>
            <a:ext cx="5203794" cy="1549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leader: Clothing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leader: Clothing (1,800)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Accessories strong in orders; Footwear and Outerwear smaller share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5046"/>
            <a:ext cx="4637269" cy="26278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6251" y="1780084"/>
            <a:ext cx="577022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&amp; Subscription Insights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766251" y="2441575"/>
            <a:ext cx="6379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 group revenue: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766251" y="2914055"/>
            <a:ext cx="5770220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Adult: $62,143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Middle-aged: $59,197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Adult: $55,978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Senior: $55,763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766251" y="4492030"/>
            <a:ext cx="5770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Subscribers: 1,053 (avg spend $59.49) vs Non-subscribers: 2,847 (avg $59.87)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9771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405930"/>
            <a:ext cx="465126" cy="4651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2099965"/>
            <a:ext cx="629686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233360" y="2500511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62102"/>
            <a:ext cx="465126" cy="4651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3360" y="3856137"/>
            <a:ext cx="629686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233360" y="4256683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918273"/>
            <a:ext cx="465126" cy="4651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33360" y="5612309"/>
            <a:ext cx="629686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5233360" y="6012855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 customers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47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43410"/>
            <a:ext cx="3496877" cy="1139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25782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66650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43410"/>
            <a:ext cx="3496877" cy="1139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25782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66650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043410"/>
            <a:ext cx="3496877" cy="11399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25782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66650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uplift with margins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372346"/>
            <a:ext cx="3496877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358675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3995440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top-rated &amp; best-sellers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3372346"/>
            <a:ext cx="3496877" cy="1442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358675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3995440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ages &amp; express-shipping users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661475" y="5027315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7EDD4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482" y="5295007"/>
            <a:ext cx="236234" cy="18901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75723" y="526355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Theme accent color: #B88E23 applied across deck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2026-09-05T13:46:32Z</dcterms:created>
  <dcterms:modified xsi:type="dcterms:W3CDTF">2026-09-05T13:46:32Z</dcterms:modified>
</cp:coreProperties>
</file>